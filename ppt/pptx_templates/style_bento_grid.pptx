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" y="137160"/>
            <a:ext cx="6263640" cy="443484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1E1E23"/>
                </a:solidFill>
                <a:latin typeface="Microsoft YaHei"/>
              </a:defRPr>
            </a:pPr>
            <a:r>
              <a:t>BENTO</a:t>
            </a:r>
            <a:br/>
            <a:r>
              <a:t>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E23"/>
                </a:solidFill>
                <a:latin typeface="Microsoft YaHei"/>
              </a:defRPr>
            </a:pPr>
            <a:r>
              <a:t>网格布局设计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37160"/>
            <a:ext cx="2468880" cy="214884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548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1E23"/>
                </a:solidFill>
                <a:latin typeface="Microsoft YaHei"/>
              </a:defRPr>
            </a:pPr>
            <a:r>
              <a:t>01</a:t>
            </a:r>
            <a:br/>
            <a:r>
              <a:t>模块化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423160"/>
            <a:ext cx="2468880" cy="2148840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834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  <a:br/>
            <a:r>
              <a:t>层次感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37160"/>
            <a:ext cx="2773375" cy="4434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23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4709160"/>
            <a:ext cx="11917375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1E23"/>
                </a:solidFill>
                <a:latin typeface="Microsoft YaHei"/>
              </a:defRPr>
            </a:pPr>
            <a:r>
              <a:t>信息密集但井井有条 · 适合数据展示与功能介绍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内容概览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256032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1E23"/>
                </a:solidFill>
                <a:latin typeface="Microsoft YaHei"/>
              </a:defRPr>
            </a:pPr>
            <a:r>
              <a:t>01 功能一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56032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1E23"/>
                </a:solidFill>
                <a:latin typeface="Microsoft YaHei"/>
              </a:defRPr>
            </a:pPr>
            <a:r>
              <a:t>02 功能二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931920"/>
            <a:ext cx="5669280" cy="2560320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 功能三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6692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1E23"/>
                </a:solidFill>
                <a:latin typeface="Microsoft YaHei"/>
              </a:defRPr>
            </a:pPr>
            <a:r>
              <a:t>04 功能四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6705295" cy="411480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560320"/>
            <a:ext cx="5790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E1E23"/>
                </a:solidFill>
                <a:latin typeface="Microsoft YaHei"/>
              </a:defRPr>
            </a:pPr>
            <a:r>
              <a:t>THANK</a:t>
            </a:r>
            <a:br/>
            <a:r>
              <a:t>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4320"/>
            <a:ext cx="1828800" cy="1828800"/>
          </a:xfrm>
          <a:prstGeom prst="round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754880"/>
            <a:ext cx="1828800" cy="1828800"/>
          </a:xfrm>
          <a:prstGeom prst="roundRect">
            <a:avLst/>
          </a:prstGeom>
          <a:solidFill>
            <a:srgbClr val="FF2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