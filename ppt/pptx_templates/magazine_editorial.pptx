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Georgia"/>
              </a:defRPr>
            </a:pPr>
            <a:r>
              <a:t>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>
                <a:solidFill>
                  <a:srgbClr val="FFFFFF"/>
                </a:solidFill>
                <a:latin typeface="Georgia"/>
              </a:defRPr>
            </a:pPr>
            <a:r>
              <a:t>The Art of Visual Narrative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760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C8C8C8"/>
                </a:solidFill>
                <a:latin typeface="Georgia"/>
              </a:defRPr>
            </a:pPr>
            <a:r>
              <a:t>A journey through images and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217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4B4B4"/>
                </a:solidFill>
                <a:latin typeface="Georgia"/>
              </a:defRPr>
            </a:pPr>
            <a:r>
              <a:t>Issue 01 /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72400" cy="6858000"/>
          </a:xfrm>
          <a:prstGeom prst="rect">
            <a:avLst/>
          </a:prstGeom>
          <a:solidFill>
            <a:srgbClr val="C8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87878"/>
                </a:solidFill>
                <a:latin typeface="Georgia"/>
              </a:defRPr>
            </a:pPr>
            <a:r>
              <a:t>[Full-bleed image placeholder]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914400"/>
            <a:ext cx="3474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>
                <a:solidFill>
                  <a:srgbClr val="B4A078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01168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>
                <a:solidFill>
                  <a:srgbClr val="1E1E1E"/>
                </a:solidFill>
                <a:latin typeface="Georgia"/>
              </a:defRPr>
            </a:pPr>
            <a:r>
              <a:t>Chapter</a:t>
            </a:r>
            <a:br/>
            <a:r>
              <a:t>Title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3474720"/>
            <a:ext cx="1828800" cy="12700"/>
          </a:xfrm>
          <a:prstGeom prst="rect">
            <a:avLst/>
          </a:prstGeom>
          <a:solidFill>
            <a:srgbClr val="B4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384048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defRPr sz="1400">
                <a:solidFill>
                  <a:srgbClr val="787878"/>
                </a:solidFill>
                <a:latin typeface="Georgia"/>
              </a:defRPr>
            </a:pPr>
            <a:r>
              <a:t>Elegant body text goes here. Keep it minimal and let the image speak. Every word should earn its place on the page.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787878"/>
                </a:solidFill>
                <a:latin typeface="Georgia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AF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45720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i="1">
                <a:solidFill>
                  <a:srgbClr val="1E1E1E"/>
                </a:solidFill>
                <a:latin typeface="Georgia"/>
              </a:defRPr>
            </a:pPr>
            <a:r>
              <a:t>"A powerful quote that captures the essence of this moment."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023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A078"/>
                </a:solidFill>
                <a:latin typeface="Georgia"/>
              </a:defRPr>
            </a:pPr>
            <a:r>
              <a:t>— Author 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