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05695" y="457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演示文稿标题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专业 · 创新 · 高效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117344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7315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章节标题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62895" y="5029200"/>
            <a:ext cx="2743200" cy="2743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4572000" y="1371600"/>
            <a:ext cx="3047695" cy="3047695"/>
          </a:xfrm>
          <a:prstGeom prst="donu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