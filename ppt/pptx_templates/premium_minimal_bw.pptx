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7200" b="1">
                <a:solidFill>
                  <a:srgbClr val="000000"/>
                </a:solidFill>
              </a:defRPr>
            </a:pPr>
            <a:r>
              <a:t>极简主义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1828800" cy="50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73152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400" b="0">
                <a:solidFill>
                  <a:srgbClr val="737373"/>
                </a:solidFill>
              </a:defRPr>
            </a:pPr>
            <a:r>
              <a:t>Less is More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34495" y="914400"/>
            <a:ext cx="25400" cy="50292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91440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76200" cy="9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000" b="1">
                <a:solidFill>
                  <a:srgbClr val="171717"/>
                </a:solidFill>
              </a:defRPr>
            </a:pPr>
            <a:r>
              <a:t>标题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127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8000" b="1">
                <a:solidFill>
                  <a:srgbClr val="FAFAFA"/>
                </a:solidFill>
              </a:defRPr>
            </a:pPr>
            <a:r>
              <a:t>THANKS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4960" y="4114800"/>
            <a:ext cx="137160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800" b="0">
                <a:solidFill>
                  <a:srgbClr val="737373"/>
                </a:solidFill>
              </a:defRPr>
            </a:pPr>
            <a:r>
              <a:t>简约不简单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