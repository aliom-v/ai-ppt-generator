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33333"/>
                </a:solidFill>
                <a:latin typeface="Arial"/>
              </a:defRPr>
            </a:pPr>
            <a:r>
              <a:t>Strategic Report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08080"/>
                </a:solidFill>
                <a:latin typeface="Arial"/>
              </a:defRPr>
            </a:pPr>
            <a:r>
              <a:t>Subtitle | Client Name | 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29200"/>
            <a:ext cx="3657600" cy="25400"/>
          </a:xfrm>
          <a:prstGeom prst="rect">
            <a:avLst/>
          </a:prstGeom>
          <a:solidFill>
            <a:srgbClr val="B49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Arial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8D"/>
                </a:solidFill>
                <a:latin typeface="Arial"/>
              </a:defRPr>
            </a:pPr>
            <a:r>
              <a:t>观点句标题：完整表达本页核心观点的一句话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729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Arial"/>
              </a:defRPr>
            </a:pPr>
            <a:r>
              <a:t>■ 论据一</a:t>
            </a:r>
          </a:p>
          <a:p>
            <a:pPr>
              <a:spcAft>
                <a:spcPts val="1200"/>
              </a:spcAft>
              <a:defRPr sz="1400">
                <a:solidFill>
                  <a:srgbClr val="808080"/>
                </a:solidFill>
                <a:latin typeface="Arial"/>
              </a:defRPr>
            </a:pPr>
            <a:r>
              <a:t>   支撑观点的具体数据或事实描述</a:t>
            </a:r>
          </a:p>
          <a:p>
            <a:pPr>
              <a:defRPr sz="1600" b="1">
                <a:solidFill>
                  <a:srgbClr val="333333"/>
                </a:solidFill>
                <a:latin typeface="Arial"/>
              </a:defRPr>
            </a:pPr>
            <a:r>
              <a:t>■ 论据二</a:t>
            </a:r>
          </a:p>
          <a:p>
            <a:pPr>
              <a:spcAft>
                <a:spcPts val="1200"/>
              </a:spcAft>
              <a:defRPr sz="1400">
                <a:solidFill>
                  <a:srgbClr val="808080"/>
                </a:solidFill>
                <a:latin typeface="Arial"/>
              </a:defRPr>
            </a:pPr>
            <a:r>
              <a:t>   支撑观点的具体数据或事实描述</a:t>
            </a:r>
          </a:p>
          <a:p>
            <a:pPr>
              <a:defRPr sz="1600" b="1">
                <a:solidFill>
                  <a:srgbClr val="333333"/>
                </a:solidFill>
                <a:latin typeface="Arial"/>
              </a:defRPr>
            </a:pPr>
            <a:r>
              <a:t>■ 论据三</a:t>
            </a:r>
          </a:p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   支撑观点的具体数据或事实描述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  <a:latin typeface="Arial"/>
              </a:defRPr>
            </a:pPr>
            <a:r>
              <a:t>[图表/数据可视化区域]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217920"/>
            <a:ext cx="1127729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  <a:latin typeface="Arial"/>
              </a:defRPr>
            </a:pPr>
            <a:r>
              <a:t>Source: [数据来源]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