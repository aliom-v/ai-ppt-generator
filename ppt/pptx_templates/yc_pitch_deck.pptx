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212121"/>
                </a:solidFill>
                <a:latin typeface="Arial Black"/>
              </a:defRPr>
            </a:pPr>
            <a:r>
              <a:t>YOUR 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808080"/>
                </a:solidFill>
                <a:latin typeface="Arial"/>
              </a:defRPr>
            </a:pPr>
            <a:r>
              <a:t>一句话说清楚你在做什么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6600"/>
                </a:solidFill>
                <a:latin typeface="Arial"/>
              </a:defRPr>
            </a:pPr>
            <a:r>
              <a:t>Seed Round · $2M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212121"/>
                </a:solidFill>
                <a:latin typeface="Arial Black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400" b="1">
                <a:solidFill>
                  <a:srgbClr val="FF6600"/>
                </a:solidFill>
                <a:latin typeface="Arial Black"/>
              </a:defRPr>
            </a:pPr>
            <a:r>
              <a:t>73%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08080"/>
                </a:solidFill>
                <a:latin typeface="Arial"/>
              </a:defRPr>
            </a:pPr>
            <a:r>
              <a:t>的用户面临这个痛点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17375" y="0"/>
            <a:ext cx="27432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08080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  <a:latin typeface="Arial Black"/>
              </a:defRPr>
            </a:pPr>
            <a:r>
              <a:t>WE FIX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用一句话描述你的解决方案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