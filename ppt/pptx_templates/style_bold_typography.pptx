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-274320" y="457200"/>
            <a:ext cx="12801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0" b="1">
                <a:solidFill>
                  <a:srgbClr val="000000"/>
                </a:solidFill>
                <a:latin typeface="Microsoft YaHei"/>
              </a:defRPr>
            </a:pPr>
            <a:r>
              <a:t>BOLD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274320" y="3200400"/>
            <a:ext cx="12801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0" b="1">
                <a:solidFill>
                  <a:srgbClr val="000000"/>
                </a:solidFill>
                <a:latin typeface="Microsoft YaHei"/>
              </a:defRPr>
            </a:pPr>
            <a:r>
              <a:t>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0" y="5029200"/>
            <a:ext cx="2743200" cy="137160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7607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E8E93"/>
                </a:solidFill>
                <a:latin typeface="Microsoft YaHei"/>
              </a:defRPr>
            </a:pPr>
            <a:r>
              <a:t>大字报风格 · 视觉冲击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核心观点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572000"/>
            <a:ext cx="1828800" cy="7620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0" y="914400"/>
            <a:ext cx="54864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18872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Microsoft YaHei"/>
              </a:defRPr>
            </a:pPr>
            <a:r>
              <a:t>在这里写入内容要点</a:t>
            </a:r>
            <a:br/>
            <a:br/>
            <a:r>
              <a:t>• 要点一</a:t>
            </a:r>
            <a:br/>
            <a:r>
              <a:t>• 要点二</a:t>
            </a:r>
            <a:br/>
            <a:r>
              <a:t>• 要点三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916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FFFF"/>
                </a:solidFill>
                <a:latin typeface="Microsoft YaHei"/>
              </a:defRPr>
            </a:pPr>
            <a:r>
              <a:t>THE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474720"/>
            <a:ext cx="121916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0" b="1">
                <a:solidFill>
                  <a:srgbClr val="FFFFFF"/>
                </a:solidFill>
                <a:latin typeface="Microsoft YaHei"/>
              </a:defRPr>
            </a:pPr>
            <a:r>
              <a:t>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