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Arial"/>
              </a:defRPr>
            </a:pPr>
            <a:r>
              <a:t>SWISS</a:t>
            </a:r>
            <a:br/>
            <a:r>
              <a:t>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486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rial"/>
              </a:defRPr>
            </a:pPr>
            <a:r>
              <a:t>International Typographic Style</a:t>
            </a:r>
            <a:br/>
            <a:r>
              <a:t>Grid · Helvetica · Asymmetry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F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137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0000"/>
                </a:solidFill>
                <a:latin typeface="Arial"/>
              </a:defRPr>
            </a:pPr>
            <a:r>
              <a:t>CHAPTER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286000"/>
            <a:ext cx="6350" cy="41148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0" y="2286000"/>
            <a:ext cx="6350" cy="41148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2286000"/>
            <a:ext cx="6350" cy="41148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2286000"/>
            <a:ext cx="6350" cy="41148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800">
                <a:solidFill>
                  <a:srgbClr val="000000"/>
                </a:solidFill>
                <a:latin typeface="Arial"/>
              </a:defRPr>
            </a:pPr>
            <a:r>
              <a:t>Content goes here.</a:t>
            </a:r>
            <a:br/>
            <a:r>
              <a:t>Strict grid alignment.</a:t>
            </a:r>
            <a:br/>
            <a:r>
              <a:t>Asymmetric composition.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2743200"/>
            <a:ext cx="2286000" cy="2286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