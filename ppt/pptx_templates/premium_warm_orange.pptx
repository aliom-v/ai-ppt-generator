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914400" y="3200400"/>
            <a:ext cx="9144000" cy="4572000"/>
          </a:xfrm>
          <a:prstGeom prst="parallelogram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0" y="457200"/>
            <a:ext cx="4572000" cy="457200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0" y="2743200"/>
            <a:ext cx="2743200" cy="27432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7315200" cy="10972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6000" b="1">
                <a:solidFill>
                  <a:srgbClr val="37302C"/>
                </a:solidFill>
              </a:defRPr>
            </a:pPr>
            <a:r>
              <a:t>创意演示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51760"/>
            <a:ext cx="548640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2400" b="0">
                <a:solidFill>
                  <a:srgbClr val="78716C"/>
                </a:solidFill>
              </a:defRPr>
            </a:pPr>
            <a:r>
              <a:t>活力 · 温暖 · 创新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9144000" cy="822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3600" b="1">
                <a:solidFill>
                  <a:srgbClr val="37302C"/>
                </a:solidFill>
              </a:defRPr>
            </a:pPr>
            <a:r>
              <a:t>内容标题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097280"/>
            <a:ext cx="1097280" cy="508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48495" y="4572000"/>
            <a:ext cx="3657600" cy="36576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448495" y="4114800"/>
            <a:ext cx="3657600" cy="36576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2000" b="0">
                <a:solidFill>
                  <a:srgbClr val="FFF7ED"/>
                </a:solidFill>
              </a:defRPr>
            </a:pPr>
            <a:r>
              <a:t>感谢您的聆听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