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28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Times New Roman"/>
              </a:defRPr>
            </a:pPr>
            <a:r>
              <a:t>论文标题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3366"/>
                </a:solidFill>
                <a:latin typeface="Times New Roman"/>
              </a:defRPr>
            </a:pPr>
            <a:r>
              <a:t>Author Name | Institution |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486400"/>
            <a:ext cx="103628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Times New Roman"/>
              </a:defRPr>
            </a:pPr>
            <a:r>
              <a:t>1.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2743200" cy="1905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• Bullet point 1</a:t>
            </a:r>
            <a:br/>
            <a:r>
              <a:t>• Bullet point 2</a:t>
            </a:r>
            <a:br/>
            <a:r>
              <a:t>• Bullet point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27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3366"/>
                </a:solidFill>
                <a:latin typeface="Times New Roman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