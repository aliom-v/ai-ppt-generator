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ight Triangle 1"/>
          <p:cNvSpPr/>
          <p:nvPr/>
        </p:nvSpPr>
        <p:spPr>
          <a:xfrm>
            <a:off x="-1828800" y="-914400"/>
            <a:ext cx="14630400" cy="9144000"/>
          </a:xfrm>
          <a:prstGeom prst="rtTriangle">
            <a:avLst/>
          </a:prstGeom>
          <a:solidFill>
            <a:srgbClr val="2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100000">
            <a:off x="5486400" y="0"/>
            <a:ext cx="50800" cy="7315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0100000">
            <a:off x="5943600" y="-457200"/>
            <a:ext cx="25400" cy="73152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斜切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6B6B"/>
                </a:solidFill>
                <a:latin typeface="Microsoft YaHei"/>
              </a:defRPr>
            </a:pPr>
            <a:r>
              <a:t>DIAGONAL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3716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1B3E"/>
                </a:solidFill>
                <a:latin typeface="Microsoft YaHei"/>
              </a:defRPr>
            </a:pPr>
            <a:r>
              <a:t>创意设计模板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2860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64"/>
                </a:solidFill>
                <a:latin typeface="Microsoft YaHei"/>
              </a:defRPr>
            </a:pPr>
            <a:r>
              <a:t>打破常规 · 动感现代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-914400" y="-914400"/>
            <a:ext cx="5486400" cy="8229600"/>
          </a:xfrm>
          <a:prstGeom prst="rtTriangle">
            <a:avLst/>
          </a:prstGeom>
          <a:solidFill>
            <a:srgbClr val="2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657600" y="-457200"/>
            <a:ext cx="9144000" cy="1097280"/>
          </a:xfrm>
          <a:prstGeom prst="parallelogram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章节标题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68580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371600"/>
            <a:ext cx="63500" cy="48463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ight Triangle 1"/>
          <p:cNvSpPr/>
          <p:nvPr/>
        </p:nvSpPr>
        <p:spPr>
          <a:xfrm>
            <a:off x="6400800" y="-914400"/>
            <a:ext cx="7315200" cy="8229600"/>
          </a:xfrm>
          <a:prstGeom prst="rtTriangl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  <a:latin typeface="Microsoft YaHei"/>
              </a:defRPr>
            </a:pPr>
            <a: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ECDC4"/>
                </a:solidFill>
                <a:latin typeface="Microsoft YaHei"/>
              </a:defRPr>
            </a:pPr>
            <a:r>
              <a:t>感谢观看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