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1828800" y="-914400"/>
            <a:ext cx="7315200" cy="4572000"/>
          </a:xfrm>
          <a:prstGeom prst="parallelogram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0" y="3200400"/>
            <a:ext cx="6400800" cy="254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0" y="3108960"/>
            <a:ext cx="137160" cy="13716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394960" y="3108960"/>
            <a:ext cx="137160" cy="13716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760720" y="3108960"/>
            <a:ext cx="137160" cy="13716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126480" y="3108960"/>
            <a:ext cx="137160" cy="13716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92240" y="3108960"/>
            <a:ext cx="137160" cy="13716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6858000" cy="10972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6000" b="1">
                <a:solidFill>
                  <a:srgbClr val="F3F4F6"/>
                </a:solidFill>
              </a:defRPr>
            </a:pPr>
            <a:r>
              <a:t>演示标题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474720"/>
            <a:ext cx="640080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200" b="0">
                <a:solidFill>
                  <a:srgbClr val="9CA3AF"/>
                </a:solidFill>
              </a:defRPr>
            </a:pPr>
            <a:r>
              <a:t>优雅 · 专业 · 创意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8534186" cy="36576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3800" b="1">
                <a:solidFill>
                  <a:srgbClr val="F3F4F6"/>
                </a:solidFill>
              </a:defRPr>
            </a:pPr>
            <a:r>
              <a:t>内容标题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137160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11094415" cy="493776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73152" cy="49377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0" y="914400"/>
            <a:ext cx="3962095" cy="3962095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754880" y="1554480"/>
            <a:ext cx="2681935" cy="2681935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5029200"/>
            <a:ext cx="12191695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5200" b="1">
                <a:solidFill>
                  <a:srgbClr val="F3F4F6"/>
                </a:solidFill>
              </a:defRPr>
            </a:pPr>
            <a:r>
              <a:t>THANKS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800" b="0">
                <a:solidFill>
                  <a:srgbClr val="9CA3AF"/>
                </a:solidFill>
              </a:defRPr>
            </a:pPr>
            <a:r>
              <a:t>期待与您的下次交流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