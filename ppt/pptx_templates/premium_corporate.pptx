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4457700"/>
            <a:ext cx="12191695" cy="24003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4457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11980"/>
            <a:ext cx="12191695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44577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9144000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t>企业报告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73152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000" b="0">
                <a:solidFill>
                  <a:srgbClr val="475569"/>
                </a:solidFill>
              </a:defRPr>
            </a:pPr>
            <a:r>
              <a:t>CORPORATE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36576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600" b="0">
                <a:solidFill>
                  <a:srgbClr val="0F172A"/>
                </a:solidFill>
              </a:defRPr>
            </a:pPr>
            <a:r>
              <a:t>2024 年度报告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章节标题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20095" y="0"/>
            <a:ext cx="1371600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1371600"/>
            <a:ext cx="3962095" cy="3962095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846320" y="2103120"/>
            <a:ext cx="2499055" cy="2499055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5486400"/>
            <a:ext cx="12191695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THANK YOU FOR YOUR ATTENTION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6217920"/>
            <a:ext cx="4876495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