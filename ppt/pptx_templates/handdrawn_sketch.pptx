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0350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0"/>
            <a:ext cx="25400" cy="685800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1828800"/>
            <a:ext cx="8229600" cy="2286000"/>
          </a:xfrm>
          <a:prstGeom prst="roundRect">
            <a:avLst/>
          </a:prstGeom>
          <a:solidFill>
            <a:srgbClr val="FFE664"/>
          </a:solidFill>
          <a:ln w="254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1031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D2D2D"/>
                </a:solidFill>
                <a:latin typeface="Comic Sans MS"/>
              </a:defRPr>
            </a:pPr>
            <a:r>
              <a:t>Visual Notes ✏️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747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E64B4"/>
                </a:solidFill>
                <a:latin typeface="Comic Sans MS"/>
              </a:defRPr>
            </a:pPr>
            <a:r>
              <a:t>~ 手绘笔记 · 轻松学习 ~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0" y="914400"/>
            <a:ext cx="1097280" cy="1097280"/>
          </a:xfrm>
          <a:prstGeom prst="ellipse">
            <a:avLst/>
          </a:prstGeom>
          <a:solidFill>
            <a:srgbClr val="FFE664"/>
          </a:solidFill>
          <a:ln w="254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920240"/>
            <a:ext cx="731520" cy="274320"/>
          </a:xfrm>
          <a:prstGeom prst="rect">
            <a:avLst/>
          </a:prstGeom>
          <a:solidFill>
            <a:srgbClr val="787878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64B4"/>
                </a:solidFill>
              </a:defRPr>
            </a:pPr>
            <a: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029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64B4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64B4"/>
                </a:solidFill>
              </a:defRPr>
            </a:pPr>
            <a: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  <a:latin typeface="Comic Sans MS"/>
              </a:defRPr>
            </a:pPr>
            <a:r>
              <a:t>Date: ___/___/___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03504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11277295" cy="6350"/>
          </a:xfrm>
          <a:prstGeom prst="rect">
            <a:avLst/>
          </a:prstGeom>
          <a:solidFill>
            <a:srgbClr val="C8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0"/>
            <a:ext cx="25400" cy="685800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omic Sans MS"/>
              </a:defRPr>
            </a:pPr>
            <a:r>
              <a:t>Chapter 1: 重点笔记 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914400"/>
            <a:ext cx="5486400" cy="3810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1371600"/>
            <a:ext cx="4572000" cy="1371600"/>
          </a:xfrm>
          <a:prstGeom prst="rect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14630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D2D2D"/>
                </a:solidFill>
                <a:latin typeface="Comic Sans MS"/>
              </a:defRPr>
            </a:pPr>
            <a:r>
              <a:t>💡 Key Point:</a:t>
            </a:r>
            <a:br/>
            <a:r>
              <a:t>这里写重点内容...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64B4"/>
                </a:solidFill>
              </a:defRPr>
            </a:pPr>
            <a:r>
              <a:t>→→→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188720"/>
            <a:ext cx="4114800" cy="2286000"/>
          </a:xfrm>
          <a:prstGeom prst="roundRect">
            <a:avLst/>
          </a:prstGeom>
          <a:solidFill>
            <a:srgbClr val="FFB4B4"/>
          </a:solidFill>
          <a:ln w="254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3716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Comic Sans MS"/>
              </a:defRPr>
            </a:pPr>
            <a:r>
              <a:t>🎨 Doodle Area</a:t>
            </a:r>
            <a:br/>
            <a:br/>
            <a:r>
              <a:t>[在这里画草图]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2D2D2D"/>
                </a:solidFill>
                <a:latin typeface="Comic Sans MS"/>
              </a:defRPr>
            </a:pPr>
            <a:r>
              <a:t>✓ 要点一：_______________</a:t>
            </a:r>
            <a:br/>
            <a:r>
              <a:t>✓ 要点二：_______________</a:t>
            </a:r>
            <a:br/>
            <a:r>
              <a:t>✓ 要点三：_______________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Comic Sans MS"/>
              </a:defRPr>
            </a:pPr>
            <a:r>
              <a:t>p.2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