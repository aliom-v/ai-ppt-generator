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9695" y="0"/>
            <a:ext cx="45720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705295" y="914400"/>
            <a:ext cx="3657600" cy="3657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3657600"/>
            <a:ext cx="2286000" cy="22860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64008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5800" b="1">
                <a:solidFill>
                  <a:srgbClr val="14532D"/>
                </a:solidFill>
              </a:defRPr>
            </a:pPr>
            <a:r>
              <a:t>演示文稿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54864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0">
                <a:solidFill>
                  <a:srgbClr val="4B5563"/>
                </a:solidFill>
              </a:defRPr>
            </a:pPr>
            <a:r>
              <a:t>自然 · 清新 · 可持续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27432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章节标题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4864" cy="5212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05695" y="-457200"/>
            <a:ext cx="274320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914400"/>
            <a:ext cx="4572000" cy="4572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0">
                <a:solidFill>
                  <a:srgbClr val="ECFDF5"/>
                </a:solidFill>
              </a:defRPr>
            </a:pPr>
            <a:r>
              <a:t>GREEN · FRESH · NATURAL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