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0" y="-1828800"/>
            <a:ext cx="9144000" cy="9144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480000">
            <a:off x="2743200" y="1097280"/>
            <a:ext cx="6400800" cy="45720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40000">
            <a:off x="3017520" y="914400"/>
            <a:ext cx="6400800" cy="457200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0" y="731520"/>
            <a:ext cx="6400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1828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Microsoft YaHei"/>
              </a:defRPr>
            </a:pPr>
            <a:r>
              <a:t>CARD</a:t>
            </a:r>
            <a:br/>
            <a:r>
              <a:t>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657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34155"/>
                </a:solidFill>
                <a:latin typeface="Microsoft YaHei"/>
              </a:defRPr>
            </a:pPr>
            <a:r>
              <a:t>层叠卡片设计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有层次 · 有深度 · 有重点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内容标题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0292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029200" cy="4572000"/>
          </a:xfrm>
          <a:prstGeom prst="round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59" y="1645920"/>
            <a:ext cx="5029200" cy="457200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7315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要点内容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360000">
            <a:off x="3840480" y="1645920"/>
            <a:ext cx="4572000" cy="36576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180000">
            <a:off x="4023360" y="1463040"/>
            <a:ext cx="4572000" cy="365760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06240" y="1280160"/>
            <a:ext cx="45720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F172A"/>
                </a:solidFill>
                <a:latin typeface="Microsoft YaHei"/>
              </a:defRPr>
            </a:pPr>
            <a:r>
              <a:t>Thanks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期待与您的下次交流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