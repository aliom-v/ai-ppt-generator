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0" y="0"/>
            <a:ext cx="3657600" cy="3657600"/>
          </a:xfrm>
          <a:prstGeom prst="rtTriangl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5400000">
            <a:off x="0" y="3657600"/>
            <a:ext cx="3657600" cy="3200400"/>
          </a:xfrm>
          <a:prstGeom prst="rtTriangl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 rot="10800000">
            <a:off x="3657600" y="0"/>
            <a:ext cx="2743200" cy="3657600"/>
          </a:xfrm>
          <a:prstGeom prst="rtTriangl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Triangle 5"/>
          <p:cNvSpPr/>
          <p:nvPr/>
        </p:nvSpPr>
        <p:spPr>
          <a:xfrm>
            <a:off x="9144000" y="4114800"/>
            <a:ext cx="3047695" cy="2743200"/>
          </a:xfrm>
          <a:prstGeom prst="rtTriangl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ight Triangle 6"/>
          <p:cNvSpPr/>
          <p:nvPr/>
        </p:nvSpPr>
        <p:spPr>
          <a:xfrm rot="5400000">
            <a:off x="10058400" y="5029200"/>
            <a:ext cx="2133295" cy="1828800"/>
          </a:xfrm>
          <a:prstGeom prst="rtTriangl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28600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1E1E23"/>
                </a:solidFill>
                <a:latin typeface="Microsoft YaHei"/>
              </a:defRPr>
            </a:pPr>
            <a:r>
              <a:t>GEOMETRIC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84048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E1E23"/>
                </a:solidFill>
                <a:latin typeface="Microsoft YaHei"/>
              </a:defRPr>
            </a:pPr>
            <a:r>
              <a:t>几何拼接设计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4754880"/>
            <a:ext cx="365760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0" y="0"/>
            <a:ext cx="2286000" cy="2286000"/>
          </a:xfrm>
          <a:prstGeom prst="rtTriangl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>
            <a:off x="0" y="0"/>
            <a:ext cx="1371600" cy="1371600"/>
          </a:xfrm>
          <a:prstGeom prst="rtTriangl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0" y="45720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1E23"/>
                </a:solidFill>
                <a:latin typeface="Microsoft YaHei"/>
              </a:defRPr>
            </a:pPr>
            <a:r>
              <a:t>内容标题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1280160"/>
            <a:ext cx="274320" cy="635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08960" y="1280160"/>
            <a:ext cx="274320" cy="635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4720" y="1280160"/>
            <a:ext cx="274320" cy="635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0" y="1280160"/>
            <a:ext cx="274320" cy="635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6240" y="1280160"/>
            <a:ext cx="274320" cy="635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828800"/>
            <a:ext cx="11277295" cy="4572000"/>
          </a:xfrm>
          <a:prstGeom prst="round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Triangle 11"/>
          <p:cNvSpPr/>
          <p:nvPr/>
        </p:nvSpPr>
        <p:spPr>
          <a:xfrm rot="10800000">
            <a:off x="10362895" y="5029200"/>
            <a:ext cx="1828800" cy="1828800"/>
          </a:xfrm>
          <a:prstGeom prst="rtTriangl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0" y="0"/>
            <a:ext cx="4572000" cy="4572000"/>
          </a:xfrm>
          <a:prstGeom prst="rtTriangl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>
            <a:off x="7619695" y="2286000"/>
            <a:ext cx="4572000" cy="4572000"/>
          </a:xfrm>
          <a:prstGeom prst="rtTriangl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 rot="5400000">
            <a:off x="0" y="4572000"/>
            <a:ext cx="3657600" cy="2286000"/>
          </a:xfrm>
          <a:prstGeom prst="rtTriangl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Triangle 5"/>
          <p:cNvSpPr/>
          <p:nvPr/>
        </p:nvSpPr>
        <p:spPr>
          <a:xfrm rot="10800000">
            <a:off x="9144000" y="0"/>
            <a:ext cx="3047695" cy="2743200"/>
          </a:xfrm>
          <a:prstGeom prst="rtTriangl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560320"/>
            <a:ext cx="121916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Microsoft YaHei"/>
              </a:defRPr>
            </a:pPr>
            <a:r>
              <a:t>THANKS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AFAFA"/>
                </a:solidFill>
                <a:latin typeface="Microsoft YaHei"/>
              </a:defRPr>
            </a:pPr>
            <a:r>
              <a:t>感谢观看 · 多彩世界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