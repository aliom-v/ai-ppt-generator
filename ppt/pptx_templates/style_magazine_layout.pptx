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9664"/>
                </a:solidFill>
                <a:latin typeface="Microsoft YaHei"/>
              </a:defRPr>
            </a:pPr>
            <a:r>
              <a:t>MAGAZINE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0" b="1">
                <a:solidFill>
                  <a:srgbClr val="FFFFFF"/>
                </a:solidFill>
                <a:latin typeface="Microsoft YaHei"/>
              </a:defRPr>
            </a:pPr>
            <a:r>
              <a:t>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914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31F20"/>
                </a:solidFill>
                <a:latin typeface="Microsoft YaHei"/>
              </a:defRPr>
            </a:pPr>
            <a:r>
              <a:t>杂志风格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377440"/>
            <a:ext cx="2743200" cy="25400"/>
          </a:xfrm>
          <a:prstGeom prst="rect">
            <a:avLst/>
          </a:prstGeom>
          <a:solidFill>
            <a:srgbClr val="C8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1F20"/>
                </a:solidFill>
                <a:latin typeface="Microsoft YaHei"/>
              </a:defRPr>
            </a:pPr>
            <a:r>
              <a:t>Editorial Design</a:t>
            </a:r>
            <a:br/>
            <a:r>
              <a:t>编辑设计风格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9664"/>
                </a:solidFill>
                <a:latin typeface="Microsoft YaHei"/>
              </a:defRPr>
            </a:pPr>
            <a:r>
              <a:t>VOL.01 /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127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231F20"/>
                </a:solidFill>
                <a:latin typeface="Microsoft YaHei"/>
              </a:defRPr>
            </a:pPr>
            <a:r>
              <a:t>章节标题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38100"/>
          </a:xfrm>
          <a:prstGeom prst="rect">
            <a:avLst/>
          </a:prstGeom>
          <a:solidFill>
            <a:srgbClr val="C8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1F20"/>
                </a:solidFill>
                <a:latin typeface="Microsoft YaHei"/>
              </a:defRPr>
            </a:pPr>
            <a:r>
              <a:t>栏目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3474720" cy="38100"/>
          </a:xfrm>
          <a:prstGeom prst="rect">
            <a:avLst/>
          </a:prstGeom>
          <a:solidFill>
            <a:srgbClr val="B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1F20"/>
                </a:solidFill>
                <a:latin typeface="Microsoft YaHei"/>
              </a:defRPr>
            </a:pPr>
            <a:r>
              <a:t>栏目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743200"/>
            <a:ext cx="34747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828800"/>
            <a:ext cx="3474720" cy="38100"/>
          </a:xfrm>
          <a:prstGeom prst="rect">
            <a:avLst/>
          </a:prstGeom>
          <a:solidFill>
            <a:srgbClr val="B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1F20"/>
                </a:solidFill>
                <a:latin typeface="Microsoft YaHei"/>
              </a:defRPr>
            </a:pPr>
            <a:r>
              <a:t>栏目 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743200"/>
            <a:ext cx="34747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F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1F20"/>
                </a:solidFill>
                <a:latin typeface="Microsoft YaHei"/>
              </a:defRPr>
            </a:pPr>
            <a:r>
              <a:t>感谢阅读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840480"/>
            <a:ext cx="1828800" cy="38100"/>
          </a:xfrm>
          <a:prstGeom prst="rect">
            <a:avLst/>
          </a:prstGeom>
          <a:solidFill>
            <a:srgbClr val="C8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